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0" r:id="rId3"/>
    <p:sldId id="262" r:id="rId4"/>
    <p:sldId id="265" r:id="rId5"/>
    <p:sldId id="266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2"/>
  </p:normalViewPr>
  <p:slideViewPr>
    <p:cSldViewPr snapToGrid="0">
      <p:cViewPr varScale="1">
        <p:scale>
          <a:sx n="109" d="100"/>
          <a:sy n="109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7B3E-FBBE-D090-8A1C-8CAA54B4A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6AE8B-5BCE-66F7-C21C-E749AEE84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10693-0B04-9014-1DD2-C32D84EF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D3BB-0EBA-52C9-A04E-583D4625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557B1-BC1B-2378-4D1E-256241678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2FAD-2A9E-7C79-ECDC-7BB403E0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6CDD-7C48-C345-9BCE-42D651333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CFF12-359E-3CBE-DF6C-4AAA1F85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F339-255D-F35E-1EE9-3FDB382A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5BC43-AAC4-88B4-4AC6-A3AEC2FC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0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E472-203E-8E7E-7E60-17580968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AF3D2-C353-D7F4-4AFD-2AC5AE18E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584D-CC55-D235-6629-C807D14A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FE97-01F7-AEB2-C7EB-9714E07E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E37E-22BE-6BFA-4703-36E7B183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90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BFBA-4DD2-9CD6-66B2-98CC3F4D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3CBC3-379C-0B6A-3D84-5C0B8A72B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909E4-919E-5E3A-EE1F-64D285AA3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FC937-F1BE-0189-1D10-91EF1EE0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0E71-9D80-945A-27C3-230BA5ACA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6C4CC-C7E2-E7ED-8F05-440FF60E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7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4B0A-5C51-27A8-17BF-2F70BA6D4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2BC46-2F48-2724-6804-04D811BD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8E6DA-6135-9ADD-2580-3CD4DEA49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65D49-6FA7-8D03-69C3-49F2581CE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A51F1-8951-A926-F6E1-80D5D6565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DC5DC-822C-8261-BB10-D70CA9DD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7621F-9389-00FC-4807-16592F1F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B2740-01F7-275A-EA96-607D7F6E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24233-6B47-3D42-53BB-E6F80D3F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06982-FF22-A062-8E24-97ED2AA5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5B6AC-EA80-FA62-C881-E4CF6F39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3839D-8012-D296-76B0-E6BBF99E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68A6D-F18F-B01A-594A-03C20DB3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7234B-252B-8C8E-C455-62B9E728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18969-2603-432A-DDDF-EA1B7235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8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BD93-5D24-742A-5DFD-44985621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6C2F-670E-DEC7-BE5C-08B683699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9877F-FC1C-4941-DA67-6E4F562E0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C3953-13D3-D55A-499C-05784A8E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C5F2A-25F0-ED33-00A6-CD24C844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E0F54-B18A-BEE1-628A-B2B08F5F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6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0510-7C48-779A-179A-F87BD607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725E7-821A-25A9-961F-7C0021ECB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C0A46-A545-F684-A8D9-2F99D6E18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6EFF-9783-281D-7437-77E2D52F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827B9-BDA0-8BCE-7CBB-C714221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2E20E-9296-379E-510D-6CCA6865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B04B-318D-64F1-79AD-ADEB89F8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28DA6-997D-C012-C68B-06E3133EF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D911-D685-00F8-9771-A6A3D128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2284F-2861-7457-B8A2-004F7957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BC76-71A8-64A4-0AF9-0C2272D6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2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4B3B7-E056-D369-461D-ED39183D1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38031-E849-4CAC-09FB-85027823F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610B3-0C95-31E0-204E-0D0DDFEB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DF055-7C51-4F6A-ABA8-C517DF21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668A-45C3-6FF0-5D19-AA2E67FC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B2CCB-0C53-6665-501D-8A69E21E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AD37-234F-46E1-9B39-9CB94D1D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E238D-2109-B634-EA12-7AE0F058A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7E5DC-1DC1-7C46-AB87-F6CA0F96BBCA}" type="datetimeFigureOut">
              <a:rPr lang="en-US" smtClean="0"/>
              <a:t>4/2/25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550A6-7A98-C2EE-C77C-30EA14AD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787F4-A226-1A79-F1B3-6C6E174BB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9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09.0966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02B3-80BB-3F10-1076-CC8C31BE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77B2-3909-56F9-9ABC-21B7C3AD92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Monte Carlo Simulation of Exciton Transport in Quantum Dots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760DF-78BA-49EB-B186-8CFDD1F6D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PHY6860 Final Project Approach Outline</a:t>
            </a:r>
          </a:p>
          <a:p>
            <a:r>
              <a:rPr lang="en-US" dirty="0"/>
              <a:t>Zakaria Khan, Jordan Graupman, Noah Lemmons</a:t>
            </a:r>
          </a:p>
        </p:txBody>
      </p:sp>
    </p:spTree>
    <p:extLst>
      <p:ext uri="{BB962C8B-B14F-4D97-AF65-F5344CB8AC3E}">
        <p14:creationId xmlns:p14="http://schemas.microsoft.com/office/powerpoint/2010/main" val="212369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FC7E-2235-8D58-3CEA-F6FE6BE3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D76B-2B36-8A14-8A15-DCEA38867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Approach: Modeling Exciton Transport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E6972E-84C8-2B1C-5EA6-8260985A5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Simulation Goals:</a:t>
            </a:r>
          </a:p>
          <a:p>
            <a:pPr lvl="1"/>
            <a:r>
              <a:rPr lang="en-US" dirty="0"/>
              <a:t>Simulate exciton dynamics in 2D quantum dot array using MC methods.</a:t>
            </a:r>
          </a:p>
          <a:p>
            <a:pPr lvl="1"/>
            <a:r>
              <a:rPr lang="en-US" dirty="0"/>
              <a:t>Track how excitons hop, recombine, or get trapped, and compute statistics like diffusion length, recombination rate, trapping probability.</a:t>
            </a:r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Excitons are classical particles (known position, lifetime (time to recombine).</a:t>
            </a:r>
          </a:p>
          <a:p>
            <a:pPr lvl="1"/>
            <a:r>
              <a:rPr lang="en-US" dirty="0"/>
              <a:t>Hopping occurs between nearest neighbors, governed by a fixed probability.</a:t>
            </a:r>
          </a:p>
          <a:p>
            <a:pPr lvl="1"/>
            <a:r>
              <a:rPr lang="en-US" dirty="0"/>
              <a:t>Trapping, recombination are stochastic events with user-defined probabilities.</a:t>
            </a:r>
          </a:p>
          <a:p>
            <a:r>
              <a:rPr lang="en-US" dirty="0"/>
              <a:t>High Level Plan</a:t>
            </a:r>
          </a:p>
          <a:p>
            <a:pPr lvl="1"/>
            <a:r>
              <a:rPr lang="en-US" dirty="0"/>
              <a:t>Build 2D array to represent a grid of quantum dots (more on this decision later).</a:t>
            </a:r>
          </a:p>
          <a:p>
            <a:pPr lvl="1"/>
            <a:r>
              <a:rPr lang="en-US" dirty="0"/>
              <a:t>Randomly place excitons.</a:t>
            </a:r>
          </a:p>
          <a:p>
            <a:pPr lvl="1"/>
            <a:r>
              <a:rPr lang="en-US" dirty="0"/>
              <a:t>Simulate random walk with decay/trap events.</a:t>
            </a:r>
          </a:p>
          <a:p>
            <a:pPr lvl="1"/>
            <a:r>
              <a:rPr lang="en-US" dirty="0"/>
              <a:t>Collect statistics on exciton behavior.</a:t>
            </a:r>
          </a:p>
          <a:p>
            <a:pPr lvl="1"/>
            <a:r>
              <a:rPr lang="en-US" dirty="0"/>
              <a:t>Visualize those statistics creatively.</a:t>
            </a:r>
          </a:p>
        </p:txBody>
      </p:sp>
    </p:spTree>
    <p:extLst>
      <p:ext uri="{BB962C8B-B14F-4D97-AF65-F5344CB8AC3E}">
        <p14:creationId xmlns:p14="http://schemas.microsoft.com/office/powerpoint/2010/main" val="327079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6B6C1-CDA0-03AC-F0EC-EC33DF53C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47BF-1C4A-3B99-5EA7-66881760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MC Program Step-Wise Part 1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47CC2-2772-0706-A4EF-1FDA31E3A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Initialization</a:t>
            </a:r>
          </a:p>
          <a:p>
            <a:pPr lvl="1"/>
            <a:r>
              <a:rPr lang="en-US" dirty="0"/>
              <a:t>Set up a 2D grid of quantum dots.</a:t>
            </a:r>
          </a:p>
          <a:p>
            <a:pPr lvl="1"/>
            <a:r>
              <a:rPr lang="en-US" dirty="0"/>
              <a:t>Set parameters: hopping probability, recombination rate, trap density.</a:t>
            </a:r>
          </a:p>
          <a:p>
            <a:pPr lvl="1"/>
            <a:r>
              <a:rPr lang="en-US" dirty="0"/>
              <a:t>Place a set number of excitons randomly on the grid.</a:t>
            </a:r>
          </a:p>
          <a:p>
            <a:pPr marL="514350" indent="-514350">
              <a:buAutoNum type="arabicPeriod"/>
            </a:pPr>
            <a:r>
              <a:rPr lang="en-US" dirty="0"/>
              <a:t>Monte Carlo Simulation Loop</a:t>
            </a:r>
          </a:p>
          <a:p>
            <a:pPr lvl="1"/>
            <a:r>
              <a:rPr lang="en-US" dirty="0"/>
              <a:t>For each exciton at each time step:</a:t>
            </a:r>
          </a:p>
          <a:p>
            <a:pPr lvl="2"/>
            <a:r>
              <a:rPr lang="en-US" dirty="0"/>
              <a:t>Decide whether it recombines, gets trapped, or hops to a neighbor.</a:t>
            </a:r>
          </a:p>
          <a:p>
            <a:pPr lvl="2"/>
            <a:r>
              <a:rPr lang="en-US" dirty="0"/>
              <a:t>If it hops, select a direction randomly (up/down/left/right).</a:t>
            </a:r>
          </a:p>
          <a:p>
            <a:pPr lvl="2"/>
            <a:r>
              <a:rPr lang="en-US" dirty="0"/>
              <a:t>Update exciton’s position and state.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1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8D8D-C107-E609-ACED-C5827B95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 Program Step-Wise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A7FD-A875-AFAC-EECA-FBDB4B375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3.   Termination of MC Simulation Loop</a:t>
            </a:r>
          </a:p>
          <a:p>
            <a:pPr lvl="1"/>
            <a:r>
              <a:rPr lang="en-US" dirty="0"/>
              <a:t>Loop will continue until all excitons are recombined or trapped.</a:t>
            </a:r>
          </a:p>
          <a:p>
            <a:pPr lvl="1"/>
            <a:r>
              <a:rPr lang="en-US" dirty="0"/>
              <a:t>Once all excitons are recombined or trapped, simulation loop will terminate.</a:t>
            </a:r>
          </a:p>
          <a:p>
            <a:pPr lvl="1"/>
            <a:r>
              <a:rPr lang="en-US" dirty="0"/>
              <a:t>Once it terminates, the program will store their final paths and lifetimes.</a:t>
            </a:r>
          </a:p>
          <a:p>
            <a:pPr marL="0" indent="0">
              <a:buNone/>
            </a:pPr>
            <a:r>
              <a:rPr lang="en-US" dirty="0"/>
              <a:t>4.   Post-Simulation Analysis</a:t>
            </a:r>
          </a:p>
          <a:p>
            <a:pPr lvl="1"/>
            <a:r>
              <a:rPr lang="en-US" dirty="0"/>
              <a:t>Still need to continue literature review and see what some of the significant metrics are for a simulation like this (what metrics govern optoelectronic properties,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For now, here are some of initial interest: average number of steps before recombination, average distance traveled by exciton, emission vs trapping statistics</a:t>
            </a:r>
          </a:p>
        </p:txBody>
      </p:sp>
    </p:spTree>
    <p:extLst>
      <p:ext uri="{BB962C8B-B14F-4D97-AF65-F5344CB8AC3E}">
        <p14:creationId xmlns:p14="http://schemas.microsoft.com/office/powerpoint/2010/main" val="39434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1E88-04AD-2DCF-82E1-6CB49129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Structures, Implementation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94D5E-FD36-8267-200E-450FB5663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13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Structures that program will use:</a:t>
            </a:r>
          </a:p>
          <a:p>
            <a:pPr lvl="1"/>
            <a:r>
              <a:rPr lang="en-US" dirty="0"/>
              <a:t>Use std::vector or 2D arrays for grid representation.</a:t>
            </a:r>
          </a:p>
          <a:p>
            <a:pPr lvl="1"/>
            <a:r>
              <a:rPr lang="en-US" dirty="0"/>
              <a:t>Each exciton is represented by a struct or class with position and state.</a:t>
            </a:r>
          </a:p>
          <a:p>
            <a:pPr lvl="1"/>
            <a:r>
              <a:rPr lang="en-US" dirty="0"/>
              <a:t>Use &lt;random&gt; for: 1)hopping direction 2)event outcome (recombine/trap)</a:t>
            </a:r>
          </a:p>
          <a:p>
            <a:r>
              <a:rPr lang="en-US" dirty="0"/>
              <a:t>Efficiency:</a:t>
            </a:r>
          </a:p>
          <a:p>
            <a:pPr lvl="1"/>
            <a:r>
              <a:rPr lang="en-US" dirty="0"/>
              <a:t>OpenMP for parallelizing over excitons (each one acts independently).</a:t>
            </a:r>
          </a:p>
          <a:p>
            <a:pPr lvl="1"/>
            <a:r>
              <a:rPr lang="en-US" strike="sngStrike" dirty="0"/>
              <a:t>Results output to text/CSV for visualization in Python or </a:t>
            </a:r>
            <a:r>
              <a:rPr lang="en-US" strike="sngStrike" dirty="0" err="1"/>
              <a:t>Gnuplot</a:t>
            </a:r>
            <a:r>
              <a:rPr lang="en-US" strike="sngStrike" dirty="0"/>
              <a:t>.</a:t>
            </a:r>
          </a:p>
          <a:p>
            <a:pPr marL="0" marR="0" algn="l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One quick comment, it would be good if you plan to use the data format/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ouput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via ROOT for example trees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etc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and also visualization with ROOT rather than switching to an other program etc. As a note, the ROOT format can be easily integrated in python too, but for now, please use ROOT.</a:t>
            </a:r>
            <a:endParaRPr lang="en-US" dirty="0"/>
          </a:p>
          <a:p>
            <a:r>
              <a:rPr lang="en-US" dirty="0"/>
              <a:t>Development Stages:</a:t>
            </a:r>
          </a:p>
          <a:p>
            <a:pPr lvl="1"/>
            <a:r>
              <a:rPr lang="en-US" dirty="0"/>
              <a:t>Build basic 2D grid and random walk loop.</a:t>
            </a:r>
          </a:p>
          <a:p>
            <a:pPr lvl="1"/>
            <a:r>
              <a:rPr lang="en-US" dirty="0"/>
              <a:t>Add recombination/trapping logic</a:t>
            </a:r>
          </a:p>
          <a:p>
            <a:pPr lvl="1"/>
            <a:r>
              <a:rPr lang="en-US" dirty="0"/>
              <a:t>Add data collection and output.</a:t>
            </a:r>
          </a:p>
          <a:p>
            <a:pPr lvl="1"/>
            <a:r>
              <a:rPr lang="en-US" dirty="0"/>
              <a:t>Could also look at system scaling or introduce defects/disorder if time</a:t>
            </a:r>
          </a:p>
          <a:p>
            <a:pPr lvl="2"/>
            <a:r>
              <a:rPr lang="en-US" dirty="0"/>
              <a:t>Defects actually somewhat important </a:t>
            </a:r>
            <a:r>
              <a:rPr lang="en-US" dirty="0" err="1"/>
              <a:t>irl</a:t>
            </a:r>
            <a:r>
              <a:rPr lang="en-US" dirty="0"/>
              <a:t> and trap excitons in </a:t>
            </a:r>
            <a:r>
              <a:rPr lang="en-US" dirty="0" err="1"/>
              <a:t>qdot</a:t>
            </a:r>
            <a:r>
              <a:rPr lang="en-US" dirty="0"/>
              <a:t> arrays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24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E2EA-87BB-EAEC-7782-1AD0E86C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2266-E7C5-E1C5-E1D8-1737E6C0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Approach Notes/Justification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EEE08A-70F0-3039-60E2-DE8E11621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27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Note on QMC</a:t>
            </a:r>
          </a:p>
          <a:p>
            <a:pPr lvl="1"/>
            <a:r>
              <a:rPr lang="en-US" dirty="0"/>
              <a:t>Won’t be using Quantum Monte Carlo (QMC). This approach is generally used to simulate </a:t>
            </a:r>
            <a:r>
              <a:rPr lang="en-US" b="1" dirty="0"/>
              <a:t>formation</a:t>
            </a:r>
            <a:r>
              <a:rPr lang="en-US" dirty="0"/>
              <a:t> of excitons in quantum dots</a:t>
            </a:r>
          </a:p>
          <a:p>
            <a:pPr lvl="1"/>
            <a:r>
              <a:rPr lang="en-US" dirty="0"/>
              <a:t>The project aims to simulate exciton behavior in a network of quantum dots </a:t>
            </a:r>
            <a:r>
              <a:rPr lang="en-US" b="1" dirty="0"/>
              <a:t>after</a:t>
            </a:r>
            <a:r>
              <a:rPr lang="en-US" dirty="0"/>
              <a:t> exciton formation, so Hartree-Foch/wavefunction based quantum chemistry calculations are not needed.</a:t>
            </a:r>
          </a:p>
          <a:p>
            <a:pPr lvl="1"/>
            <a:r>
              <a:rPr lang="en-US" dirty="0">
                <a:hlinkClick r:id="rId2"/>
              </a:rPr>
              <a:t>https://arxiv.org/pdf/2009.09662</a:t>
            </a:r>
            <a:r>
              <a:rPr lang="en-US" dirty="0"/>
              <a:t> (A simple variational quantum Monte Carlo-eﬀective mass approach for excitons and </a:t>
            </a:r>
            <a:r>
              <a:rPr lang="en-US" dirty="0" err="1"/>
              <a:t>trions</a:t>
            </a:r>
            <a:r>
              <a:rPr lang="en-US" dirty="0"/>
              <a:t> in quantum dots)</a:t>
            </a:r>
          </a:p>
          <a:p>
            <a:r>
              <a:rPr lang="en-US" dirty="0"/>
              <a:t>Note on grid approach</a:t>
            </a:r>
          </a:p>
          <a:p>
            <a:pPr lvl="1"/>
            <a:r>
              <a:rPr lang="en-US" dirty="0"/>
              <a:t>For simplicity, a simulated network of quantum dots will be represented by either 2D grid (matrix) or 3D grid (tensor).</a:t>
            </a:r>
          </a:p>
          <a:p>
            <a:pPr lvl="1"/>
            <a:r>
              <a:rPr lang="en-US" dirty="0"/>
              <a:t>Using a 2D grid would actually be more realistic, as most fabricated quantum dot systems are in thin films, quantum dot layers, or 2D heterostructures.</a:t>
            </a:r>
          </a:p>
        </p:txBody>
      </p:sp>
    </p:spTree>
    <p:extLst>
      <p:ext uri="{BB962C8B-B14F-4D97-AF65-F5344CB8AC3E}">
        <p14:creationId xmlns:p14="http://schemas.microsoft.com/office/powerpoint/2010/main" val="3412036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678</Words>
  <Application>Microsoft Macintosh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Monte Carlo Simulation of Exciton Transport in Quantum Dots</vt:lpstr>
      <vt:lpstr>Project Approach: Modeling Exciton Transport</vt:lpstr>
      <vt:lpstr>MC Program Step-Wise Part 1</vt:lpstr>
      <vt:lpstr>MC Program Step-Wise Part 2</vt:lpstr>
      <vt:lpstr>C++ Structures, Implementation Notes</vt:lpstr>
      <vt:lpstr>Project Approach Notes/Justification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Zakaria Khan</dc:creator>
  <cp:lastModifiedBy>Zakaria Khan</cp:lastModifiedBy>
  <cp:revision>3</cp:revision>
  <dcterms:created xsi:type="dcterms:W3CDTF">2025-03-18T16:05:29Z</dcterms:created>
  <dcterms:modified xsi:type="dcterms:W3CDTF">2025-04-02T21:04:33Z</dcterms:modified>
</cp:coreProperties>
</file>