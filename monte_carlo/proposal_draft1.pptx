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62"/>
  </p:normalViewPr>
  <p:slideViewPr>
    <p:cSldViewPr snapToGrid="0">
      <p:cViewPr varScale="1">
        <p:scale>
          <a:sx n="109" d="100"/>
          <a:sy n="109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27B3E-FBBE-D090-8A1C-8CAA54B4A4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96AE8B-5BCE-66F7-C21C-E749AEE84C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10693-0B04-9014-1DD2-C32D84EF8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E5DC-1DC1-7C46-AB87-F6CA0F96BBCA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3D3BB-0EBA-52C9-A04E-583D4625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557B1-BC1B-2378-4D1E-256241678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74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62FAD-2A9E-7C79-ECDC-7BB403E02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36CDD-7C48-C345-9BCE-42D651333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CFF12-359E-3CBE-DF6C-4AAA1F857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E5DC-1DC1-7C46-AB87-F6CA0F96BBCA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3F339-255D-F35E-1EE9-3FDB382A5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5BC43-AAC4-88B4-4AC6-A3AEC2FC8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607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E472-203E-8E7E-7E60-17580968E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AF3D2-C353-D7F4-4AFD-2AC5AE18E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9584D-CC55-D235-6629-C807D14A6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E5DC-1DC1-7C46-AB87-F6CA0F96BBCA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1FE97-01F7-AEB2-C7EB-9714E07E6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9E37E-22BE-6BFA-4703-36E7B1833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290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1BFBA-4DD2-9CD6-66B2-98CC3F4D6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3CBC3-379C-0B6A-3D84-5C0B8A72BF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909E4-919E-5E3A-EE1F-64D285AA30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FC937-F1BE-0189-1D10-91EF1EE06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E5DC-1DC1-7C46-AB87-F6CA0F96BBCA}" type="datetimeFigureOut">
              <a:rPr lang="en-US" smtClean="0"/>
              <a:t>3/18/25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40E71-9D80-945A-27C3-230BA5ACA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6C4CC-C7E2-E7ED-8F05-440FF60E6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87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F4B0A-5C51-27A8-17BF-2F70BA6D4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2BC46-2F48-2724-6804-04D811BD4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58E6DA-6135-9ADD-2580-3CD4DEA49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C65D49-6FA7-8D03-69C3-49F2581CE5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EA51F1-8951-A926-F6E1-80D5D65655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9DC5DC-822C-8261-BB10-D70CA9DDF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E5DC-1DC1-7C46-AB87-F6CA0F96BBCA}" type="datetimeFigureOut">
              <a:rPr lang="en-US" smtClean="0"/>
              <a:t>3/18/25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47621F-9389-00FC-4807-16592F1F7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DB2740-01F7-275A-EA96-607D7F6EF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18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24233-6B47-3D42-53BB-E6F80D3FC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106982-FF22-A062-8E24-97ED2AA57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E5DC-1DC1-7C46-AB87-F6CA0F96BBCA}" type="datetimeFigureOut">
              <a:rPr lang="en-US" smtClean="0"/>
              <a:t>3/18/25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5B6AC-EA80-FA62-C881-E4CF6F399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B3839D-8012-D296-76B0-E6BBF99E5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69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68A6D-F18F-B01A-594A-03C20DB3D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E5DC-1DC1-7C46-AB87-F6CA0F96BBCA}" type="datetimeFigureOut">
              <a:rPr lang="en-US" smtClean="0"/>
              <a:t>3/18/25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77234B-252B-8C8E-C455-62B9E728C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18969-2603-432A-DDDF-EA1B72350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88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ABD93-5D24-742A-5DFD-449856211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66C2F-670E-DEC7-BE5C-08B683699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9877F-FC1C-4941-DA67-6E4F562E0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C3953-13D3-D55A-499C-05784A8E5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E5DC-1DC1-7C46-AB87-F6CA0F96BBCA}" type="datetimeFigureOut">
              <a:rPr lang="en-US" smtClean="0"/>
              <a:t>3/18/25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FC5F2A-25F0-ED33-00A6-CD24C8449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E0F54-B18A-BEE1-628A-B2B08F5F1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6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A0510-7C48-779A-179A-F87BD6074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6725E7-821A-25A9-961F-7C0021ECB5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C0A46-A545-F684-A8D9-2F99D6E18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06EFF-9783-281D-7437-77E2D52F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E5DC-1DC1-7C46-AB87-F6CA0F96BBCA}" type="datetimeFigureOut">
              <a:rPr lang="en-US" smtClean="0"/>
              <a:t>3/18/25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827B9-BDA0-8BCE-7CBB-C714221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2E20E-9296-379E-510D-6CCA6865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1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EB04B-318D-64F1-79AD-ADEB89F88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428DA6-997D-C012-C68B-06E3133EF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2D911-D685-00F8-9771-A6A3D128B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E5DC-1DC1-7C46-AB87-F6CA0F96BBCA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2284F-2861-7457-B8A2-004F79574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4BC76-71A8-64A4-0AF9-0C2272D67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20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64B3B7-E056-D369-461D-ED39183D12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38031-E849-4CAC-09FB-85027823F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610B3-0C95-31E0-204E-0D0DDFEBC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E5DC-1DC1-7C46-AB87-F6CA0F96BBCA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DF055-7C51-4F6A-ABA8-C517DF216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3668A-45C3-6FF0-5D19-AA2E67FC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877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9B2CCB-0C53-6665-501D-8A69E21E1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8AD37-234F-46E1-9B39-9CB94D1DE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E238D-2109-B634-EA12-7AE0F058AD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7E5DC-1DC1-7C46-AB87-F6CA0F96BBCA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550A6-7A98-C2EE-C77C-30EA14AD6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787F4-A226-1A79-F1B3-6C6E174BB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D3C684-F2E8-784C-B4D0-8D0607063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293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DF613-0F59-B3D8-578F-7C06BB1A8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Monte Carlo Simulation of Exciton Transport in Quantum Dots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5283EE-CEA1-DB2B-7901-1D805CCC13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PHY6860 Final Project Idea Outline</a:t>
            </a:r>
          </a:p>
          <a:p>
            <a:r>
              <a:rPr lang="en-US" dirty="0"/>
              <a:t>Zakaria Khan</a:t>
            </a:r>
          </a:p>
        </p:txBody>
      </p:sp>
    </p:spTree>
    <p:extLst>
      <p:ext uri="{BB962C8B-B14F-4D97-AF65-F5344CB8AC3E}">
        <p14:creationId xmlns:p14="http://schemas.microsoft.com/office/powerpoint/2010/main" val="3632720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5011F-95D4-D961-9D2E-559E74725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E4A5B-C192-A5EF-332F-4D4E9893C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What is the problem?</a:t>
            </a:r>
          </a:p>
          <a:p>
            <a:pPr lvl="1"/>
            <a:r>
              <a:rPr lang="en-US" dirty="0"/>
              <a:t>Excitons (electron-hole pairs) govern the optical properties of quantum dots, crucial for quantum information and optoelectronics.</a:t>
            </a:r>
          </a:p>
          <a:p>
            <a:pPr lvl="1"/>
            <a:r>
              <a:rPr lang="en-US" dirty="0"/>
              <a:t>Understanding exciton transport is key to optimizing single-photon sources for quantum computing.</a:t>
            </a:r>
          </a:p>
          <a:p>
            <a:r>
              <a:rPr lang="en-US" dirty="0"/>
              <a:t>Why is this important?</a:t>
            </a:r>
          </a:p>
          <a:p>
            <a:pPr lvl="1"/>
            <a:r>
              <a:rPr lang="en-US" dirty="0"/>
              <a:t>Quantum dots are promising for quantum light sources and energy transfer applications.</a:t>
            </a:r>
          </a:p>
          <a:p>
            <a:pPr lvl="1"/>
            <a:r>
              <a:rPr lang="en-US" dirty="0"/>
              <a:t>Simulating exciton motion helps design better materials for quantum optics and photonics.</a:t>
            </a:r>
          </a:p>
          <a:p>
            <a:r>
              <a:rPr lang="en-US" dirty="0"/>
              <a:t>What will be done?</a:t>
            </a:r>
          </a:p>
          <a:p>
            <a:pPr lvl="1"/>
            <a:r>
              <a:rPr lang="en-US" dirty="0"/>
              <a:t>Implement a Monte Carlo simulation to track how excitons move, recombine, or get trapped in a quantum dot system.</a:t>
            </a:r>
          </a:p>
          <a:p>
            <a:pPr lvl="1"/>
            <a:r>
              <a:rPr lang="en-US" dirty="0"/>
              <a:t>Investigate effects of temperature, disorder, and defect states on exciton transport.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028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2EE7-81AD-AF49-A543-225309254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Computational Approach (MC) &amp;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CD026-55AF-459B-2A70-6AAA91CC5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Monte Carlo Methodology</a:t>
            </a:r>
          </a:p>
          <a:p>
            <a:pPr lvl="1"/>
            <a:r>
              <a:rPr lang="en-US" dirty="0"/>
              <a:t>Represent quantum dots as a 2D/3D grid or random network.</a:t>
            </a:r>
          </a:p>
          <a:p>
            <a:pPr lvl="1"/>
            <a:r>
              <a:rPr lang="en-US" dirty="0"/>
              <a:t>Use random walks to simulate exciton movement based on hopping probabilities.</a:t>
            </a:r>
          </a:p>
          <a:p>
            <a:pPr lvl="1"/>
            <a:r>
              <a:rPr lang="en-US" dirty="0"/>
              <a:t>Include stochastic processes: recombination, trapping, and thermal effects.</a:t>
            </a:r>
          </a:p>
          <a:p>
            <a:r>
              <a:rPr lang="en-US" dirty="0"/>
              <a:t>Why is this a good computational physics project?</a:t>
            </a:r>
          </a:p>
          <a:p>
            <a:pPr lvl="1"/>
            <a:r>
              <a:rPr lang="en-US" dirty="0"/>
              <a:t>Monte Carlo is a key technique in physics → Efficient for solving stochastic transport problems.</a:t>
            </a:r>
          </a:p>
          <a:p>
            <a:pPr lvl="1"/>
            <a:r>
              <a:rPr lang="en-US" dirty="0"/>
              <a:t>Requires optimization &amp; efficient coding in C++ (handling randomness, parallelization).</a:t>
            </a:r>
          </a:p>
          <a:p>
            <a:pPr lvl="1"/>
            <a:r>
              <a:rPr lang="en-US" dirty="0"/>
              <a:t>Provides insight into real experimental systems (relates to quantum optics and materials science).</a:t>
            </a:r>
          </a:p>
          <a:p>
            <a:r>
              <a:rPr lang="en-US" dirty="0"/>
              <a:t>Future Extensions</a:t>
            </a:r>
          </a:p>
          <a:p>
            <a:pPr lvl="1"/>
            <a:r>
              <a:rPr lang="en-US" dirty="0"/>
              <a:t>Include quantum coherence effects.</a:t>
            </a:r>
          </a:p>
          <a:p>
            <a:pPr lvl="1"/>
            <a:r>
              <a:rPr lang="en-US" dirty="0"/>
              <a:t>Compare results to experimental photoluminescence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120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CE8B-C8F3-C639-CAFB-6D4913CC3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Computational Implementation in C++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E216D0-B6A8-B247-552B-305A11A13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Monte Carlo Algorithm for Exciton Transport</a:t>
            </a:r>
          </a:p>
          <a:p>
            <a:pPr lvl="1"/>
            <a:r>
              <a:rPr lang="en-US" dirty="0"/>
              <a:t>Initialize excitons: Assign excitons to randomly chosen quantum dots.</a:t>
            </a:r>
          </a:p>
          <a:p>
            <a:pPr lvl="1"/>
            <a:r>
              <a:rPr lang="en-US" dirty="0"/>
              <a:t>Simulate random hopping: Use a stochastic process (e.g., Metropolis algorithm) to determine movement. </a:t>
            </a:r>
          </a:p>
          <a:p>
            <a:pPr lvl="1"/>
            <a:r>
              <a:rPr lang="en-US" dirty="0"/>
              <a:t>Include recombination and trapping: At each step, check if the exciton emits a photon or gets trapped. </a:t>
            </a:r>
          </a:p>
          <a:p>
            <a:pPr lvl="1"/>
            <a:r>
              <a:rPr lang="en-US" dirty="0"/>
              <a:t>Iterate: Continue the random walk until all excitons decay or get trapped.</a:t>
            </a:r>
          </a:p>
          <a:p>
            <a:r>
              <a:rPr lang="en-US" dirty="0"/>
              <a:t>Numerical Approaches in C++</a:t>
            </a:r>
          </a:p>
          <a:p>
            <a:pPr lvl="1"/>
            <a:r>
              <a:rPr lang="en-US" dirty="0"/>
              <a:t>Use std::vector or Eigen to store exciton positions.</a:t>
            </a:r>
          </a:p>
          <a:p>
            <a:pPr lvl="1"/>
            <a:r>
              <a:rPr lang="en-US" dirty="0"/>
              <a:t>Implement random number generation with &lt;random&gt; for MC sampling.</a:t>
            </a:r>
          </a:p>
          <a:p>
            <a:pPr lvl="1"/>
            <a:r>
              <a:rPr lang="en-US" dirty="0"/>
              <a:t>Use parallelization (OpenMP) to speed up simulations.</a:t>
            </a:r>
          </a:p>
          <a:p>
            <a:pPr lvl="1"/>
            <a:r>
              <a:rPr lang="en-US" dirty="0"/>
              <a:t>Write results to files for visualization in Python/Matplotlib or </a:t>
            </a:r>
            <a:r>
              <a:rPr lang="en-US" dirty="0" err="1"/>
              <a:t>Gnuplot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990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372</Words>
  <Application>Microsoft Macintosh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Monte Carlo Simulation of Exciton Transport in Quantum Dots</vt:lpstr>
      <vt:lpstr>Project Overview &amp; Motivation</vt:lpstr>
      <vt:lpstr>Computational Approach (MC) &amp; Challenges</vt:lpstr>
      <vt:lpstr>Computational Implementation in C++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Zakaria Khan</dc:creator>
  <cp:lastModifiedBy>Zakaria Khan</cp:lastModifiedBy>
  <cp:revision>1</cp:revision>
  <dcterms:created xsi:type="dcterms:W3CDTF">2025-03-18T16:05:29Z</dcterms:created>
  <dcterms:modified xsi:type="dcterms:W3CDTF">2025-03-18T16:18:32Z</dcterms:modified>
</cp:coreProperties>
</file>